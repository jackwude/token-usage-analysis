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手机游戏助手竞品调研报告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OPPO 游戏助手产品团队</a:t>
            </a:r>
          </a:p>
          <a:p>
            <a:r>
              <a:t>2026 年 3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市场概览</a:t>
            </a:r>
          </a:p>
          <a:p>
            <a:r>
              <a:t>2. 功能对比矩阵</a:t>
            </a:r>
          </a:p>
          <a:p>
            <a:r>
              <a:t>3. 各品牌详细分析</a:t>
            </a:r>
          </a:p>
          <a:p>
            <a:r>
              <a:t>4. 竞争力 SWOT 分析</a:t>
            </a:r>
          </a:p>
          <a:p>
            <a:r>
              <a:t>5. OPPO 机会点建议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市场概览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62000">
                <a:tc>
                  <a:txBody>
                    <a:bodyPr/>
                    <a:lstStyle/>
                    <a:p>
                      <a:r>
                        <a:t>品牌</a:t>
                      </a:r>
                    </a:p>
                  </a:txBody>
                  <a:tcPr>
                    <a:solidFill>
                      <a:srgbClr val="FF6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产品</a:t>
                      </a:r>
                    </a:p>
                  </a:txBody>
                  <a:tcPr>
                    <a:solidFill>
                      <a:srgbClr val="FF6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定位</a:t>
                      </a:r>
                    </a:p>
                  </a:txBody>
                  <a:tcPr>
                    <a:solidFill>
                      <a:srgbClr val="FF6C0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华为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GameBox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性能优化 + 生态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小米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Game Turbo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全能工具箱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vivo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游戏魔盒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电竞体验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荣耀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游戏助手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平衡实用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一加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电竞模式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简洁轻量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核心功能对比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性能优化：所有品牌均支持（100%）</a:t>
            </a:r>
          </a:p>
          <a:p>
            <a:r>
              <a:t>游戏工具：录屏/截图/免打扰成标配</a:t>
            </a:r>
          </a:p>
          <a:p>
            <a:r>
              <a:t>网络优化：华为/小米领先</a:t>
            </a:r>
          </a:p>
          <a:p>
            <a:r>
              <a:t>✅ 华为：AI 优化、生态联动最强</a:t>
            </a:r>
          </a:p>
          <a:p>
            <a:r>
              <a:t>✅ 小米：功能最全面、自定义高</a:t>
            </a:r>
          </a:p>
          <a:p>
            <a:r>
              <a:t>✅ vivo：4D 震感、游戏变声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华为 GameBox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【优势】AI 优化领先、生态完整、双通道加速</a:t>
            </a:r>
          </a:p>
          <a:p>
            <a:r>
              <a:t>【劣势】功能重、自定义少</a:t>
            </a:r>
          </a:p>
          <a:p>
            <a:r>
              <a:t>用户评分：4.2/5 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小米 Game Turbo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【优势】功能第一、高度自定义、通话录音</a:t>
            </a:r>
          </a:p>
          <a:p>
            <a:r>
              <a:t>【劣势】广告多、入口深</a:t>
            </a:r>
          </a:p>
          <a:p>
            <a:r>
              <a:t>用户评分：4.0/5 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vivo 游戏魔盒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【优势】4D 震感、游戏变声、电竞模式</a:t>
            </a:r>
          </a:p>
          <a:p>
            <a:r>
              <a:t>【劣势】特色功能场景有限</a:t>
            </a:r>
          </a:p>
          <a:p>
            <a:r>
              <a:t>用户评分：3.9/5 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其他品牌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荣耀：3.8/5 - 功能平衡，创新不足</a:t>
            </a:r>
          </a:p>
          <a:p>
            <a:r>
              <a:t>一加：3.9/5 - 简洁轻量，功能少</a:t>
            </a:r>
          </a:p>
          <a:p>
            <a:r>
              <a:t>魅族：3.5/5 - 温控好，品牌力弱</a:t>
            </a:r>
          </a:p>
          <a:p>
            <a:r>
              <a:t>三星：3.6/5 - 国际化好，本地化差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SWOT 分析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914400">
                <a:tc>
                  <a:txBody>
                    <a:bodyPr/>
                    <a:lstStyle/>
                    <a:p>
                      <a:r>
                        <a:t>优势</a:t>
                      </a:r>
                    </a:p>
                  </a:txBody>
                  <a:tcPr>
                    <a:solidFill>
                      <a:srgbClr val="FF6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劣势</a:t>
                      </a:r>
                    </a:p>
                  </a:txBody>
                  <a:tcPr>
                    <a:solidFill>
                      <a:srgbClr val="FF6C0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系统级权限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同质化严重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用户基数大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创新功能少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硬件整合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实用性低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免费使用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广告影响体验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竞争力评分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914400">
                <a:tc>
                  <a:txBody>
                    <a:bodyPr/>
                    <a:lstStyle/>
                    <a:p>
                      <a:r>
                        <a:t>品牌</a:t>
                      </a:r>
                    </a:p>
                  </a:txBody>
                  <a:tcPr>
                    <a:solidFill>
                      <a:srgbClr val="FF6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技术</a:t>
                      </a:r>
                    </a:p>
                  </a:txBody>
                  <a:tcPr>
                    <a:solidFill>
                      <a:srgbClr val="FF6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功能</a:t>
                      </a:r>
                    </a:p>
                  </a:txBody>
                  <a:tcPr>
                    <a:solidFill>
                      <a:srgbClr val="FF6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体验</a:t>
                      </a:r>
                    </a:p>
                  </a:txBody>
                  <a:tcPr>
                    <a:solidFill>
                      <a:srgbClr val="FF6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综合</a:t>
                      </a:r>
                    </a:p>
                  </a:txBody>
                  <a:tcPr>
                    <a:solidFill>
                      <a:srgbClr val="FF6C0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华为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8.8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小米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8.4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vivo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7.8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荣耀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 机会点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🔴 高：AI 深度优化、跨设备联动</a:t>
            </a:r>
          </a:p>
          <a:p>
            <a:r>
              <a:t>🟠 中：社交功能、云游戏</a:t>
            </a:r>
          </a:p>
          <a:p>
            <a:r>
              <a:t>🟡 低：电竞合作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功能优先级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P0：性能优化、游戏工具、网络优化</a:t>
            </a:r>
          </a:p>
          <a:p>
            <a:r>
              <a:t>P1：AI 优化、游戏礼包、性能监控</a:t>
            </a:r>
          </a:p>
          <a:p>
            <a:r>
              <a:t>P2：变声、震感、成就系统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不做"功能最多"，做"体验最好"</a:t>
            </a:r>
          </a:p>
          <a:p>
            <a:r>
              <a:t>2. AI 驱动差异化</a:t>
            </a:r>
          </a:p>
          <a:p>
            <a:r>
              <a:t>3. 生态是护城河</a:t>
            </a:r>
          </a:p>
          <a:p>
            <a:r>
              <a:t>4. 轻量化设计</a:t>
            </a:r>
          </a:p>
          <a:p>
            <a:r>
              <a:t>5. 快速迭代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📊 华为/小米双强领先</a:t>
            </a:r>
          </a:p>
          <a:p>
            <a:r>
              <a:t>📈 从"功能多"向"体验好"转变</a:t>
            </a:r>
          </a:p>
          <a:p>
            <a:r>
              <a:t>🤖 AI、云游戏、跨设备是趋势</a:t>
            </a:r>
          </a:p>
          <a:p>
            <a:r>
              <a:t>🎯 OPPO：AI+ 生态 + 轻量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谢谢观看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